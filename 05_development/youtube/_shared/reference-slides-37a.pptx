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0FBBC-7E35-4DE9-85F8-2FD65918D34D}" v="1" dt="2026-03-27T05:40:44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【実例あり】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バイブコーディングの失敗事例7選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リスクと対策を完全解説！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2025年後半〜2026年にかけて、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バイブコーディングで作られたサービスの</a:t>
            </a:r>
          </a:p>
          <a:p>
            <a:pPr algn="ctr"/>
            <a:endParaRPr lang="ja-JP" altLang="en-US" sz="2400" dirty="0">
              <a:solidFill>
                <a:srgbClr val="FFFFFF"/>
              </a:solidFill>
              <a:latin typeface="Yu Gothic"/>
              <a:ea typeface="Yu Gothic"/>
            </a:endParaRP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セキュリティ事故や開発プロジェクトの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破綻事例が相次いで報告されています。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実際に起きた事故や研究データをもとに、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7つの失敗事例と対策を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徹底解説します。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 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是非最後までご覧ください。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endParaRPr sz="2400" b="0">
              <a:solidFill>
                <a:srgbClr val="FFFFFF"/>
              </a:solidFill>
              <a:latin typeface="Yu Gothic"/>
            </a:endParaRP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バイブコーディングの失敗事例7選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失敗事例① 72,000件の個人情報漏洩（Tea社）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女性向けデートアプリ「Tea」で発生したデータ漏洩事件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漏洩データ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72,000枚以上の本人確認用セルフィー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13,000枚以上の運転免許証・パスポート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100万件以上のダイレクトメッセージ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Firebaseのセキュリティポリシーが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手動で設定されていなかった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ブラウザの開発者ツールで発見できる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レベルの脆弱性だった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失敗事例①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AIは「動くコード」は生成できても
「安全なコード」を保証するわけではない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「動いたから大丈夫」ではなく「チェックを通ったから大丈夫」が正しい判断基準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アクション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個人情報やログイン機能を含むサービスは、公開前にセキュリティ専門家のチェックを必ず入れる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失敗事例② 5つに1つに重大な脆弱性（Wiz社調査）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バイブコーディングで生成されたアプリの約20%に深刻な問題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認証の迂回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ログイン確認をユーザー端末側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だけで行い、簡単にすり抜け可能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シークレット漏洩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APIキーやパスワードが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コードに直接書かれて公開状態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不適切なアクセス設定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社内向けツールの外部公開や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データアクセス制限の不備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5つに1つのアプリに重大な問題がある — Wiz社調査より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失敗事例②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「公開前にセキュリティチェックを入れる」
たった1工程を追加するだけで大部分は防げる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「そのままリリース」ではなく「チェックしてからリリース」を開発フローに組み込む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失敗事例③ AIがセキュリティ機能を勝手に削除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AIにとっての最優先事項は「エラーメッセージを消すこと」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たとえ：「鍵が固くて開かない」→ AI「鍵ごと外しました。スムーズに開きます」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ログイン機能の削除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エラーが出るからと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ログイン機能ごと外す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入力チェックの削除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フォームのエラー解消のため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バリデーションを丸ごと削除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アクセス制限の解除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データが読み込めないと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アクセス制限そのものを外す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3E3E"/>
                </a:solidFill>
                <a:latin typeface="Yu Gothic"/>
              </a:rPr>
              <a:t>人間なら「消してはいけない」とわかるが、AIにはその区別がつかない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失敗事例③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「エラーが消えた」= 「正しく直った」とは限らない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AIがコードを修正したら、何が変わったのかを必ず確認する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0515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確認ポイント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1024128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ログイン機能やアクセス制限に関わる部分が変更されていないか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自分で判断できない場合は、エンジニアに確認を依頼する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失敗事例④ 最初の1週間は天国、その後は地獄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Yu Gothic"/>
              </a:rPr>
              <a:t>月額約$100のAI開発ツールで1ヶ月間バイブコーディングだけで開発した結果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1週目：天国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UIコンポーネントの生成が高速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デプロイも瞬時に完了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デモアプリが1週間で完成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2週目以降：地獄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新機能追加で既存機能が壊れる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AIの「修正完了」が実際には未修正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コードの約2割が重複・不整合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失敗事例④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プロトタイプには最適だが、本番運用には向かない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最初の1週間の成功体験で「このまま全部作れる」と判断するのは早計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失敗事例⑤ 3ヶ月後にスケーリングできず破綻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システム設計図(アーキテクチャ)が不在のまま開発が進む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初期（小規模）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プロンプトベースで機能追加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問題は顕在化しない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順調に見える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中期（機能増加）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コード同士の依存関係が複雑化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1つの変更で他の機能が壊れる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デグレードが頻発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後期（破綻）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制御不能に陥る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全体の把握が不可能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作り直しが必要に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失敗事例⑥ 「速くなった」と思ったら19%遅くなっていた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METR研究：体感と実際のパフォーマンスが完全にずれていた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指標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結果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経験豊富なOSS開発者16名 × 246タスク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事前予測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「AIで24%速くなる」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事後評価（体感）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「20%速くなった」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実測値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AIを使った方が19%遅かった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E98212"/>
                </a:solidFill>
                <a:latin typeface="Yu Gothic"/>
              </a:rPr>
              <a:t>体感と実測にズレがある — 主観的な評価だけで判断するのは危険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失敗事例⑥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「AIで開発スピードが上がる」という前提で
プロジェクト計画を立てるのは危険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AI導入後も客観的な進捗測定を行うことが計画破綻を防ぐポイント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失敗事例⑦ 「安全なコードを書いた」という思い込み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スタンフォード大学の研究（47名の参加者対象）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研究結果①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AIアシスタントを使ったグループは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使わなかったグループより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セキュリティ上安全でないコードを書いた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研究結果②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にもかかわらず、AIを使った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グループの方が「自分のコードは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安全だ」と信じる傾向が強かった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03E3E"/>
                </a:solidFill>
                <a:latin typeface="Yu Gothic"/>
              </a:rPr>
              <a:t>「AIが書いたから大丈夫」という根拠のない安心感 — 最も危険なバイアス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失敗が起こる3つの根本原因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原因① コードのブラックボックス化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「コードを理解しなくてよい」と「安全なサービスを作る」は矛盾する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エンジニアの場合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AIが生成したコードの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セキュリティホールに気づける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判断基準がある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非エンジニアの場合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コードの中身がわからない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問題の判断基準がない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ブラックボックス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バイブコーディングの根本的な矛盾点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原因② 「動いている＝安全」という誤解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画面上で動いているから問題ないはず — 最も危険な思い込み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Tea社の事例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アプリ自体は正常に動作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しかし裏側では72,000件以上の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個人情報が誰でもアクセス可能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覚えておくべきこと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「動く」ことと「安全である」ことは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まったく別の問題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見た目では判断できない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原因③ 初期の成功体験が過信を生む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根拠のない自信が、レビュー省略・相談先延ばし → 破綻を招く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失敗事例④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最初の1週間は高い生産性を実感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過信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METR研究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開発者が「速くなった」と感じた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実測は19%遅い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Stanford研究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AI利用者ほど「自分のコードは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安全だ」と信じていた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3E3E"/>
                </a:solidFill>
                <a:latin typeface="Yu Gothic"/>
              </a:rPr>
              <a:t>セキュリティレビューの省略 → エンジニア相談の先延ばし → 3ヶ月後の破綻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失敗しないための5つの対策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対策① プロトタイプ用途に限定する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バイブコーディングが最も力を発揮するのはアイデアの検証段階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適している用途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アイデアの検証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プロトタイプ作成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概念実証（PoC）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デモアプリ作成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避けるべき用途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本番サービスとしての公開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個人情報を扱うシステム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大規模なシステム開発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長期運用が必要なサービス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対策② セキュリティレビューを必ず入れる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個人情報やログイン機能を含むサービスは公開前レビューが必須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E98212"/>
                </a:solidFill>
                <a:latin typeface="Yu Gothic"/>
              </a:rPr>
              <a:t>Wiz社の調査結果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バイブコーディングで作られたアプリの5つに1つに重大な問題 → セキュリティレビューのコストは十分に正当化される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セキュリティレビューの内容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認証・認可の確認 / データベースアクセス設定 / APIキーの管理 / 入力バリデーション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対策③ エンジニアとの協業体制をつくる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バイブコーディングは「エンジニア不要」ではなく「役割が変わる」技術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AIの役割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コードを書く作業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プロトタイプ生成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定型処理の自動化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人間（エンジニア）の役割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設計（アーキテクチャ）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レビュー（品質確認）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セキュリティチェック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対策④ 「何を作るか」を事前に書き出す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思いつきでAIに指示し続けると、全体の整合性が取れなくなる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料理のたとえ：レシピなしで「なんか美味しいもの作って」ではなく「材料はこれ、味付けはこう」と伝える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どんな機能が必要か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（機能一覧）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どんなデータを扱うか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（データ設計）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やってはいけないことは何か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（制約条件）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対策⑤ 「AIに丸投げ」から「AIを監督する」へ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バイブコーディングの名付け親カーパシー氏が提唱する次のステップ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バイブコーディング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8404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AIに作業を丸投げするスタイル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33333"/>
              </a:solidFill>
              <a:latin typeface="Yu Gothic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便利だけど危険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7472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6032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2560320"/>
            <a:ext cx="5486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60604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エージェンティックエンジニアリング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108960"/>
            <a:ext cx="52120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人間が監督者の立場に立ち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AIに具体的な指示を出しながら開発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33333"/>
              </a:solidFill>
              <a:latin typeface="Yu Gothic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提唱者自身が認めた進化形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バイブコーディングはアイデアを素早く形にできる強力な手法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E03E3E"/>
                </a:solidFill>
                <a:latin typeface="Yu Gothic"/>
              </a:rPr>
              <a:t>ただし使い方を誤れば、深刻なセキュリティ事故や修復困難な技術的負債を生み出す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失敗事例7選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Tea社データ漏洩 / Wiz社調査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セキュリティ機能削除 / 天国と地獄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スケーリング破綻 / METR研究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Stanford研究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根本原因3つ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ブラックボックス化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「動いている＝安全」という誤解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初期の成功体験が過信を生む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対策5つ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プロトタイプ限定 / セキュリティレビュー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エンジニア協業 / 事前に書き出す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AIに丸投げ → AIを監督する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endParaRPr sz="2600" b="1">
              <a:solidFill>
                <a:srgbClr val="FFFFFF"/>
              </a:solidFill>
              <a:latin typeface="Yu Gothic"/>
            </a:endParaRP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37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38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2026-03-27T05:41:20Z</dcterms:modified>
  <cp:category/>
</cp:coreProperties>
</file>
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【完全版】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バイブコーディングの流れ10ステップ！
企画から運用まで全工程を徹底解説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AIを活用した開発に興味はあるけど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具体的な進め方がわからない...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そんなお悩みはありませんか？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本動画では企画から運用まで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バイブコーディングの全工程を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10ステップで徹底解説します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アプリ開発の10の流れ/手順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アプリ開発の10の流れ/手順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バイブコーディングでのアプリ開発 10ステップ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828800" cy="16459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企画立案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194560"/>
            <a:ext cx="1828800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開発方針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194560"/>
            <a:ext cx="1828800" cy="1645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パートナー
選定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194560"/>
            <a:ext cx="1828800" cy="164592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06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194560"/>
            <a:ext cx="1828800" cy="16459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06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プロト
タイプ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828800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バイブ
コーディング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79" y="5029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480560"/>
            <a:ext cx="1828800" cy="1645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92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5029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480560"/>
            <a:ext cx="1828800" cy="164592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92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リリース
準備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029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480560"/>
            <a:ext cx="1828800" cy="16459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892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リリース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029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480560"/>
            <a:ext cx="1828800" cy="1645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892040"/>
            <a:ext cx="16459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運用改善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手順① 企画立案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手順① 企画立案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解決したい課題とアプリの目的を整理する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ターゲットユーザー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誰のための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アプリなのか？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課題の深刻度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どの程度切実な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問題なのか？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得たい成果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アプリで何を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実現したいのか？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差別化ポイント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既存サービスと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何が違うのか？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おすすめAIツール：ChatGPT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企画立案フェーズでの活用方法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ペルソナ設計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ターゲットユーザーの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詳細なペルソナを生成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市場ニーズ整理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市場の課題とニーズを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構造化して整理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競合差別化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競合との違いを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明確に言語化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MVP洗い出し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最小限の機能セットを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抽出・優先順位付け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手順② 開発方針の決定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手順② 開発方針の決定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AIをどこまで活用するか、開発スタイルを決める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AI活用範囲の選択肢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要件整理の補助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コード生成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テストコード自動生成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運用フェーズのデータ分析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アプリ自体にAI機能組込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開発スタイル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高速プロトタイプ重視型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品質担保重視型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MVP検証型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長期スケール前提型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98212"/>
                </a:solidFill>
                <a:latin typeface="Yu Gothic"/>
              </a:rPr>
              <a:t>ポイント：ここが定まっていないと、AIに振り回される開発になってしまう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おすすめAIツール：Claude / 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情報整理や選択肢の比較、リスクの洗い出しに活用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4937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66344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長文整理が得意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論点の構造化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リスク分析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選択肢の比較評価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4937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4937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66344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壁打ち・発散思考に強い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アイデア出し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多角的な視点提示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ブレインストーミング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手順③ 開発パートナー選定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手順③ 開発パートナー選定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AI活用実績のある会社・体制を選ぶ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開発実績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AIを活用した具体的な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開発実績があるか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本番運用支援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概念実証止まりではなく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本番運用まで支援しているか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AIツール選定理由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使用するAIツールの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選定理由を説明できるか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セキュリティ体制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セキュリティや品質管理の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体制が整っているか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内製する場合に考えるべきこと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外部パートナーの代わりに「社内体制」を整える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AIスキル人材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AIを使いこなせる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メンバーがいるか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レビュー体制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生成コードを確認する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レビュー体制が整っているか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生成コードルール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生成コードをそのまま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使わないルールがあるか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セキュリティ基準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セキュリティ基準を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満たしているか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おすすめAIツール：Perplexity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開発会社の情報収集を効率化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実績調査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開発会社の過去の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実績を横断検索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発信確認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代表者・企業の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発信内容を確認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事例検索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過去の開発事例を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効率的に収集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技術スタック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使用技術の把握と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比較検討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手順④ 要件定義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手順④ 要件定義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まず動かすための必要最低限の機能を決める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本質的な価値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このアプリの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核となる価値は何か？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絶対必要な機能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その価値を実現するために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最低限必要な機能は？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不要な機能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今は不要な機能は何か？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後回しにする勇気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B323B"/>
                </a:solidFill>
                <a:latin typeface="Yu Gothic"/>
              </a:rPr>
              <a:t>MVP（Minimum Viable Product）の考え方 → 完成度ではなく検証可能性を重視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おすすめAIツール：ChatGPT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「何を削るか」の判断をAIに壁打ちさせる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本質機能抽出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アプリの核となる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機能を特定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優先順位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MVP機能の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優先順位付け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不要機能切り分け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今は不要な機能を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明確に切り分け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リスク洗い出し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要件漏れや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リスクを事前に特定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手順⑤ プロトタイプ設計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手順⑤ プロトタイプ設計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AIを使って画面・機能の試作を作成する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画面構成の検証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本当にこの画面構成で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使いやすいか？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動線の確認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ユーザーの動線は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自然か？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情報の過不足チェック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必要な情報は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過不足なく表示されているか？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98212"/>
                </a:solidFill>
                <a:latin typeface="Yu Gothic"/>
              </a:rPr>
              <a:t>設計＝ドキュメントではなく、設計＝動く試作品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おすすめAIツール：v0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テキストでUI生成 → 数十秒でプロトタイプ完成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テキストでUI生成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要望を入力するだけで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WebアプリのUIを自動生成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数十秒で出力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最短数十秒で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実際に使えるUIが完成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比較検討が容易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複数パターンを生成して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比較検討が可能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生成→修正→再生成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反復ループで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精度を高めていく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手順⑥ バイブコーディング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手順⑥ バイブコーディング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生成→修正→検証を高速で繰り返す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高速ループ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生成→修正→検証の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サイクルを圧倒的スピードで回す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一発完璧は目指さない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AIは常に最適解を出すわけではない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人間がレビューして修正指示を出す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反復が品質を高める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反復回数が多いほど品質が上がる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これがバイブコーディングの本質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バイブコーディングの基本ループ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5つのステップを高速で回す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828800" cy="20116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64592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自然言語で
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560320"/>
            <a:ext cx="182880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164592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AIが
コード生成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560320"/>
            <a:ext cx="1828800" cy="2011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71800"/>
            <a:ext cx="164592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動作確認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560320"/>
            <a:ext cx="1828800" cy="201168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971800"/>
            <a:ext cx="164592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フィード
バック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560320"/>
            <a:ext cx="1828800" cy="20116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51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71800"/>
            <a:ext cx="164592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再生成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ポイント：フィードバックはできるだけ具体的に伝えること
「なんか違う」ではなく「このボタンの位置を右上に移動して、色を青に変えて」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おすすめAIツール①：Claude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既存コードを理解したうえで改善するコーディングエージェント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既存コード理解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コードベースを読み込み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設計意図を踏まえた修正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リファクタリング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コード品質の改善と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構造の最適化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テスト追加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テストコードの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自動生成・追加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エラー分析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エラー原因の特定と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修正案の提示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おすすめAIツール②：Codex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タスク単位で実装を進められるコーディングエージェント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タスク単位の実装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仕様が固まった機能を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一気に実装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バグ修正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バグの特定と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修正を自動化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PR提案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プルリクエストの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提案・作成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並列作業対応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チーム開発や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並列作業との相性が良い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手順⑦ テスト・品質確認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手順⑦ テスト・品質確認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実装と並行してテスト・レビューを実施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仕様通りの動作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機能が仕様通りに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動作しているか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エッジケース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想定外の入力や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境界条件への対応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セキュリティ上の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問題がないか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拡張性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将来的な拡張に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耐えられる構造か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AIを活用したテストの進め方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AIが書く → 人が確認 → 改善指示を出す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テストケース自動生成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テストパターンを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AIが網羅的に生成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エッジケース洗い出し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人間が見落としがちな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境界条件を特定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セキュリティリスク指摘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潜在的な脆弱性を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自動で検出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リファクタリング提案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コード品質向上の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改善提案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手順⑧ リリース準備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手順⑧ リリース準備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アプリストア申請・運用体制・監視設計を行う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ストア申請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App Store / Google Play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への申請準備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利用規約・ポリシー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利用規約と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プライバシーポリシーの整備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インフラ設定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サーバー・インフラの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本番環境設定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監視・バックアップ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エラーログ・監視体制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バックアップ設計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リリース準備のポイント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「出すこと」ではなく「安全に出すこと」が大事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ログ取得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ログは適切に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取得できているか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エラー通知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エラー通知の仕組みは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整っているか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個人情報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個人情報の取り扱いは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問題ないか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負荷耐性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想定ユーザー数に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耐えられるか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98212"/>
                </a:solidFill>
                <a:latin typeface="Yu Gothic"/>
              </a:rPr>
              <a:t>リリースはゴールではなく、次の改善フェーズのスタート地点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手順⑨ リリース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手順⑨ リリース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ユーザー利用を開始しデータを取得する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機能利用状況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どの機能が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使われているか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離脱ポイント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どこで離脱が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発生しているか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ユーザーのズレ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想定ユーザーと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実ユーザーにズレはないか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エラー・不具合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エラーや不具合は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発生していないか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データで見るべきポイント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感覚ではなくデータに基づいて判断する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DAU・MAU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デイリー/マンスリー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アクティブユーザー数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リテンション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利用継続率の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推移を追跡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機能別利用率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各機能の利用頻度を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把握・比較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エラー率 / 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エラー発生率と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コンバージョン率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AI活用：ログデータの傾向分析 / フィードバック自動要約 / 改善優先順位の提案 / 異常値の検知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手順⑩ 運用・改善ループ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手順⑩ 運用・改善ループ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ユーザー行動をもとに継続的に改善する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小さな改善を高速で繰り返す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UI微修正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文言最適化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導線改善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パフォーマンス向上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新機能追加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仕組みとして回す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定期的なデータレビュー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フィードバック分析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改善タスクの優先順位付け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Yu Gothic"/>
              </a:rPr>
              <a:t>● 小規模アップデートの継続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バイブコーディングの本質はスピードではなく、改善サイクルを回し続けられること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開発費用を安く抑える4つの方法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開発費用を安く抑える4つの方法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AIを活用しても「何でも安く作れる」わけではない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① 機能限定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実装する機能を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最小限に絞る（MVP）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② Webアプリ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ネイティブではなく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Webアプリとして開発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③ コードレビュー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レビュー体制を構築し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無駄な再生成を削減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④ 補助金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3774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IT導入補助金等の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制度を活用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方法① 実装する機能を限定する（MVP）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やらないことを決める勇気が大事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コア機能のみ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主要機能だけを実装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枝葉の機能は後回し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装飾は後回し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デザインの細部は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後のフェーズで改善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60点で素早くリリース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100点を目指すより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60点で出して検証する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方法② Webアプリとして開発する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まずWebアプリでMVPを作り、必要になったらネイティブ化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4937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ネイティブアプリ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66344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ストア申請が必要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OS別の仕様対応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2つのコードベース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コストが膨らみやすい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4937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493776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Webアプリ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66344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ストア申請不要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1つのコードベース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開発・運用コスト抑制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素早くMVP検証可能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方法③ コードレビューの体制を構築する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レビュー体制がコストを抑える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設計ミス防止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設計上のミスを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早期に発見・修正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再生成削減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無駄なAI再生成を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減らしてAPI料金節約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修正回数最小化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手戻りを減らし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開発効率を最大化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方法④ 補助金を活用する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制度を活用して実質負担を下げる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IT導入補助金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デジタル化プロジェクトの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費用を一部補助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4747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開発費用補助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AI・DX関連の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開発費用に適用可能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331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キャッシュフロー改善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制度を賢く活用して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資金計画を最適化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開発会社を選ぶ5つのポイント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ポイント① 過去の実績が信頼できるか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十分な技術力や設計力を持つ会社を選ぶことが
高品質なアプリ開発への近道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AIを活用した具体的な開発実績があるか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ユーザー体験やデザイン品質に定評があるか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類似案件の経験が豊富か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実績を公開して透明性があるか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ポイント② 有用な情報を提供しているか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有益な情報を継続的に発信している企業ほど
知見やノウハウが蓄積されている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ブログ・記事で専門的な情報を発信しているか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SNSやYouTubeで最新情報を共有しているか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発信内容に具体性と実用性があるか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情報発信の継続性があるか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ポイント③ 問い合わせ時の対応が親切か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開発は単なる発注ではなく
綿密なコミュニケーションを前提とした共同プロジェクト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レスポンスの速さと丁寧さ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質問への回答の具体性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こちらの課題への理解度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認識のすり合わせを重視する姿勢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ポイント④ サポート体制が整っているか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予期せぬ課題に迅速かつ効果的に対応できるか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開発中のサポート体制（チャット・MTG頻度）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リリース後の保守・運用サポート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トラブル時の対応スピード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ナレッジの引き継ぎ・ドキュメント整備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ポイント⑤ 事業課題に基づいた提案をしてくれるか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単なる受託開発ではなく
ビジネス視点で最適解を提案できるパートナー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サービスのコンセプト設計への関与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ビジネス視点での機能提案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長期的な成長を見据えた設計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● ビジョンを共有して共に成長できる関係性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これが開発の成功を左右する最重要ポイント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バイブコーディングの流れ | アプリ開発研究所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アプリ開発研究所ではAI×ノーコード×補助金の活用で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アプリ・システム開発、0→100の包括的な支援を承っていますので、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
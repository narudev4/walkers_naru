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98212"/>
                </a:solidFill>
                <a:latin typeface="Yu Gothic"/>
              </a:rPr>
              <a:t>ノーコードWeb制作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Framerとは？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8056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デザインを自分で公開したい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Figmaから素早くサイト化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デザイン性と手軽さ両立は？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Framerって実際どうなの？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Framerの特徴・料金・使い方を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完全解説します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Figmaの操作性×STUDIO的公開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ハイブリッドなWeb制作ツール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Framerとは？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Framerの概要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概要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ノーコードWeb制作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デザイナー向け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Figma風UI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強み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直感的操作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公開まで一貫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プログラミング不要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Framerの成り立ちと拡張性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進化の歴史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UIプロト出自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Web制作に特化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公開運用まで一貫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拡張性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Reactベース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カスタムコード可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ハイブリッド柔軟性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Framerの8つの特徴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特徴①：直感的なビジュアルデザイン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UI・操作性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ドラッグ&amp;ドロップ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グラフィカル画面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初心者も短時間習得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協働機能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リアルタイム共同編集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チーム作業に最適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特徴②：CMSとフォーム機能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CMS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記事・製品リスト管理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コレクション管理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コンテンツ主体運用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フォーム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コード不要で組込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お問い合わせ対応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特徴③：SEO対策と最適化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SEO設定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タイトル・メタ記述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OGP画像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見出し構造最適化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自動最適化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画像自動圧縮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SSL対応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サイトマップ生成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特徴④：アニメーションとエフェクト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演出機能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フェードイン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ホバーエフェクト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スライダー・カルーセル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操作性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プロパティ調整のみ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ノーコードで実装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特徴⑤：マルチデバイス対応と履歴管理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レスポンシブ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自動対応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PC・タブレット・スマホ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画面サイズ最適化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履歴管理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バージョン履歴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過去データ保持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問題時に即復元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特徴⑥：多言語サイトとローカライズ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ローカライズ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別言語ページ複製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画像差し替え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文言調整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AI翻訳支援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ワンクリック翻訳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グローバル展開容易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特徴⑦：AIによるデザイン支援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自動生成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プロンプトから生成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数秒でひな形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短期間で質高く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ライティング補助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文章言い回し調整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ブランドトーン適用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特徴⑧：他ツール連携と拡張性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Figma連携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デザインインポート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公式プラグイン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親和性が高い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カスタマイズ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Reactコード入力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独自コンポーネント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ハイブリッド柔軟性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Framerの5つの注意点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注意点①：学習コストがかかる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独自概念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セクション・スタック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デザイン自由度高い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慣れに時間要す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公式チュートリアル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簡単なサイトから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注意点②：日本語に非対応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UI・ドキュメント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アプリUIが英語のみ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公式ドキュ英語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ヘルプも英語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対応策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ブラウザ自動翻訳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言語の壁あり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注意点③：SEO機能が限定的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できない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構造化データ詳細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高度なページ最適化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ウェブフロー程の制御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向かない用途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SEO最優先の場合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細部まで調整したい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注意点④：料金プランが割高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コスト構造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サイト毎の有料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メンバー課金必要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全体的に高価格帯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不向きケース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複数人・複数サイト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費用極力抑えたい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注意点⑤：国内向け情報・サポート少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情報不足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日本語解説記事少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FAQ蓄積不十分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公式フォーラム英語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準備事項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英語情報も活用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ディスコード質問可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Framerの料金プラン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個人向け料金プラン（年払い月額）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フリー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ミニ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ベーシック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プロ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月額料金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無料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¥770〜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¥2,200〜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¥3,850〜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独自ドメイン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クレジット非表示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サイト数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複数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複数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用途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お試し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個人サイト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小規模ビジネス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本格運用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法人向け料金プラン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スタートアップ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スケールアップ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エンタープライズ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契約形態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年間のみ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年間のみ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年間のみ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メンバー追加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¥4,004/人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¥4,004/人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要相談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対象規模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小規模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中規模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大規模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サポート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標準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優先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専任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Framerの6つの事例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事例①：Noble（暗号資産）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デザイン特徴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シンプル余白活用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スムーズスクロール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セクション柔軟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適した用途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スタートアップ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Web3サービス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堅実・洗練を演出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事例②：Biograph（予防医療）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デザイン特徴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高精度レイアウト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柔らかなトランジ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信頼感ある導線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適した用途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ウェルネス分野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ヘルスケア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丁寧な体験設計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事例③：Nova Wallet（ウォレット）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デザイン特徴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セクション制御巧み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コンポ使い回し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情報整理が秀逸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適した用途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ブロックチェーン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Fintech領域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情報量が多い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事例④：Get Zazu（ファイナンス）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デザイン特徴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滑らかインタラクト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ストーリー展開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やわらかな伝達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適した用途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Fintech領域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金融感のないUI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可視化アプリ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事例⑤：Wotter（飲料トラッキング）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デザイン特徴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キャラクター中心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ノーコードモーション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感じるブランド体験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適した用途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ゲーミフィケーション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感情設計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アプリプロモ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事例⑥：Jack Elder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デザイン特徴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レイヤー構造精密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一貫したトーン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CMS活用の参考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適した用途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ポートフォリオ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クリエイター向け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自分らしさ表現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他ツールとの比較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Framer vs Figma・Webflow・STUDIO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Framer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Figma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Webflow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STUDIO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公開機能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デザイン性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最高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習得難易度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料金帯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中〜高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特徴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両立型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協業性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自由度高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国産手軽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Framerの基本的な使い方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STEP1〜3：アカウント登録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76218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576218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339333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4670"/>
            <a:ext cx="3393338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framer.comにアクセス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3418" y="2880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7738" y="1645920"/>
            <a:ext cx="3576218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7738" y="1645920"/>
            <a:ext cx="3576218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9178" y="1691640"/>
            <a:ext cx="339333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9178" y="3074670"/>
            <a:ext cx="3393338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Sign upをクリック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3956" y="2880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8276" y="1645920"/>
            <a:ext cx="3576218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8276" y="1645920"/>
            <a:ext cx="3576218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9716" y="1691640"/>
            <a:ext cx="339333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903220"/>
            <a:ext cx="3393338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アカウント作成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ワークスペース作成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STEP4：Webサイトを制作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要素を配置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ドラッグ&amp;ドロップ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レイヤーパネル活用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ページ管理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Insertで新規追加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共通部はコンポ化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STEP5：Webサイトを公開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Framerとは？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公開操作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Publishをクリック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サブドメインで即公開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運用設定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独自ドメイン接続可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サイト名・アイコン設定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アプリ開発研究所ではノーコード×AI×補助金の活用で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
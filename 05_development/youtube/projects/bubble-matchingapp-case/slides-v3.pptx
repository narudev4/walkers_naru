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【活用の落とし穴も紹介】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Claude Codeでできること・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できないことを徹底解説！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AIを活用した開発ツールが急速に進化。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中でも注目を集めているのがClaude Code。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「本当にどこまでできるのか？」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「実務レベルで使えるのか？」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できること10選・できないこと7選を整理し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実務でどう活用すべきかを解説します。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開発に活用したい方も、発注を検討中の方も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ぜひ最後までご覧ください。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できること／できないこと 比較表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Claude Code できること・できないこと 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できること 10選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① アプリ開発（Web/Mobile/Desktop）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② APIサーバー・マイクロサービス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③ CLIツール・自動化スクリプト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④ AIエージェント開発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⑤ 外部連携（MCPサーバー）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⑥ テストコード・品質保証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⑦ CI/CDパイプライン構築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⑧ 大規模リファクタリング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⑨ 開発ワークフロー自動化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⑩ 定期処理・バッチ処理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できないこと 7選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① 無料プランでは利用不可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② オフライン環境では利用不可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③ 完全自動・無人開発は不可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④ コンテキスト制限で劣化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⑤ コード品質は保証されない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⑥ 設計・要件定義は自動化不可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⑦ 大規模開発で一貫性が崩れやすい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Claude Codeでできること 10選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アプリ開発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フロントエンド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React / Vue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Next.js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モバイルアプリ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バックエンド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Node.js / Python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フルスタック対応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自然言語で指示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複数ファイル変更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依存関係も自動調整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APIサーバー・マイクロサービス開発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対応API形式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RESTful API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GraphQL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gRPC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開発フロー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設計 → 実装 → 検証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仕様指示だけで完結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レガシー対応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既存コードを理解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ルール・構造に準拠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機能追加・改修に強い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CLIツール・自動化スクリプト開発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対応言語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Bash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Python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自動化の例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ログ監視 → Slack通知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CSV整形 → DB登録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異常検知スクリプト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強み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既存CLIと組み合わせ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柔軟なワークフロー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AIエージェント開発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Agent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要件理解 → 実装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テスト → 修正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一連の流れを自動実行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活用領域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サポート対応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開発補助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運用監視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外部連携システム（MCPサーバー）開発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MCPとは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Model Context Protocol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外部サービスと接続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連携先の例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Notion / Slack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Jira / Google Drive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業務横断の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オートメーション基盤に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テストコード・品質保証環境の構築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テスト生成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ユニットテスト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統合テスト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指示だけで自動生成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品質保証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実行→修正も自動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テストなしでもOK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保守性と信頼性を両立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CI/CDパイプライン構築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576218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576218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393338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設定ファイル生成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393338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GitHub Actions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GitLab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3418" y="3931920"/>
            <a:ext cx="274320" cy="2743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28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2286000"/>
            <a:ext cx="3576218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738" y="2286000"/>
            <a:ext cx="3576218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2331720"/>
            <a:ext cx="3393338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9178" y="2834640"/>
            <a:ext cx="3393338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ビルド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テスト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デプロイ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3956" y="3931920"/>
            <a:ext cx="274320" cy="2743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28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8276" y="2286000"/>
            <a:ext cx="3576218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2286000"/>
            <a:ext cx="3576218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2331720"/>
            <a:ext cx="3393338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品質管理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834640"/>
            <a:ext cx="3393338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自動レビュー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セキュリティチェック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大規模リファクタリング・マイグレーション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数百〜数千ファイル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並列エージェント実行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高速処理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移行例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React → Vue移行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旧ライブラリ一括置換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コード規約の統一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技術的負債の解消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システム刷新の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ハードルを大幅に低減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開発ワークフローの自動化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自動化対象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Gitコミット・ブランチ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PR作成・コードレビュー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Issue管理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実装に集中できる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チーム全体の生産性UP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運用コスト大幅削減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定期処理・バッチ処理システムの構築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処理例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毎朝のレポート生成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夜間ログ分析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週次の依存関係チェック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クラウド実行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ローカル実行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運用の効率化・省人化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Claude Codeでできないこと 7選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無料プランでは利用できない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必要なプラン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Pro / Max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Team / Enterprise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APIコンソール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無料お試し不可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導入ハードルがやや高い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オフライン環境では利用できない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クラウド前提の設計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全処理がAPI経由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インターネット接続必須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利用不可な環境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閉域ネットワーク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オンプレミス限定環境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外部通信制限環境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完全自動・無人での開発はできない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人間の判断が必要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要件定義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設計方針の決定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例外処理の判断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コマンド実行の承認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安全設計のメリット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重大なミスを防止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事故を未然に回避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本番環境の保護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コンテキスト制限により長時間作業が劣化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発生する問題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応答精度の低下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意図のズレ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処理速度の低下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セッションを分割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/clear で文脈リセット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/compact で圧縮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コード品質は保証されない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バグを含むコード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非効率な実装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セキュリティ不十分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必須対策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レビューとテストが前提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本番コードは人間チェック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品質保証プロセス整備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設計・要件定義は自動化できない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人間の役割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ユーザー課題の整理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機能要件の定義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システム設計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Claude Codeの立ち位置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「実現する」ツール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「生み出す」ツールではない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おすすめ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20040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v0等の他AIと併用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上流工程も効率化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大規模開発では設計の一貫性が崩れやすい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発生しやすい問題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命名規則のズレ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責務の曖昧化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アーキテクチャの不整合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防止策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754880" cy="420624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設計ルールの明文化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CLAUDE.mdで制御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レビュー体制の整備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Claude Code 活用の要点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 できること・できないこと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あらゆる言語・ジャンルに対応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フルスタック開発が可能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開発スピードを大きく向上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テスト・CI/CDまで一貫対応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3566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4754880" cy="36576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注意すべき制約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4754880" cy="2926080"/>
          </a:xfrm>
          <a:prstGeom prst="rect">
            <a:avLst/>
          </a:prstGeom>
          <a:noFill/>
        </p:spPr>
        <p:txBody a:anchor="ctr">
          <a:bodyPr wrap="square" lIns="0" rIns="0" tIns="0" bIns="0"/>
          <a:lstStyle/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有料プランが前提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オフライン利用不可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コンテキスト制限あり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Yu Gothic"/>
              </a:rPr>
              <a:t>設計・要件定義は人間の役割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
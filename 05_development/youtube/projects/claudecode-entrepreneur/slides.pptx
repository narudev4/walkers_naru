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91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E98212"/>
                </a:solidFill>
                <a:latin typeface="Yu Gothic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2331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ClaudeCodeで起業する</a:t>
            </a:r>
          </a:p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2つの手法と失敗を防ぐ</a:t>
            </a:r>
          </a:p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7つのポイント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1605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株式会社Walkers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34840"/>
            <a:ext cx="7619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・AI・ノーコード専門の開発会社。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・300件以上の開発/制作実績、200件以上の企業様を支援。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・社名にお客様と共に"歩む''という思いを込め、事業を成功に導くための支援を行っている。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Yu Gothic"/>
              </a:rPr>
              <a:t>アプリ開発研究所(株式会社Walkers)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「Claude Codeで動くものは作れたけど、</a:t>
            </a:r>
          </a:p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これで本当に起業して食べていけるのか…</a:t>
            </a:r>
          </a:p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何から手を付ければいいのか全くわからない」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Claude Code時代の起業を完全網羅！</a:t>
            </a:r>
          </a:p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【本動画の内容】</a:t>
            </a:r>
          </a:p>
          <a:p>
            <a:pPr algn="l" marL="1920240" indent="0"/>
            <a:r>
              <a:rPr sz="3200" b="1">
                <a:solidFill>
                  <a:srgbClr val="FFFFFF"/>
                </a:solidFill>
                <a:latin typeface="Yu Gothic"/>
              </a:rPr>
              <a:t>① 注目される3つの理由</a:t>
            </a:r>
          </a:p>
          <a:p>
            <a:pPr algn="l" marL="1920240" indent="0"/>
            <a:r>
              <a:rPr sz="3200" b="1">
                <a:solidFill>
                  <a:srgbClr val="FFFFFF"/>
                </a:solidFill>
                <a:latin typeface="Yu Gothic"/>
              </a:rPr>
              <a:t>② 起業する2つの手法</a:t>
            </a:r>
          </a:p>
          <a:p>
            <a:pPr algn="l" marL="1920240" indent="0"/>
            <a:r>
              <a:rPr sz="3200" b="1">
                <a:solidFill>
                  <a:srgbClr val="FFFFFF"/>
                </a:solidFill>
                <a:latin typeface="Yu Gothic"/>
              </a:rPr>
              <a:t>③ 失敗を防ぐ7つのポイント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山口 鳳汰の自己紹介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4095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・AI・ノーコード専門の開発会社Walkersで事業企画を担当。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・累計100万PV以上のAI・ノーコード専門メディアの編集長。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・アプリ開発の電子書籍を3冊出版し、1冊はAmazonベストセラーを獲得。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・アプリ開発のオンラインスクール「Tech Studio(テックスタジオ)」運営。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・その他多数のAI・ノーコード事業に参画。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アプリ開発研究所では、AIとノーコードを組み合わせた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効率的な開発手法を発信しています。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最新の開発トレンドを逃さないよう、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ぜひチャンネル登録をよろしくお願いします！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なぜ今ClaudeCode×起業が</a:t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注目されるのか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理由①：「作れる」が簡単になった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ClaudeCodeで起業する2つの手法と7つのポイント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リリース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2025年に一般公開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過去最速の普及速度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試作スピード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数ヶ月→数日に短縮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起業ハードル激減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理由②：個人で成功する起業家の事例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ClaudeCodeで起業する2つの手法と7つのポイント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Base44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1人で半年運営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Wixへ約120億円で売却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Payout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23歳が2週間で開発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数週間で月商2万ドル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理由③：コストが大幅に下がった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ClaudeCodeで起業する2つの手法と7つのポイント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コスト削減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開発費が半分以下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補助金で約80%削減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注意点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「作れる」が簡単化のみ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PMF到達は難化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アプリ開発で起業する</a:t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2つの手法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手法①：プロダクトアウト（非推奨）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ClaudeCodeで起業する2つの手法と7つのポイント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作りたい物から着想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革新的アプリが生まれる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リスク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市場ニーズは後追い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PMF未検証で公開続出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手法②：マーケットイン（推奨）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ClaudeCodeで起業する2つの手法と7つのポイント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市場の困りごと起点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MVP→改善→本開発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強み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低コストで仮説検証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数日で作り直し可能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失敗を防ぐ</a:t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7つのポイント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ポイント①：最小限のコストで開発する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ClaudeCodeで起業する2つの手法と7つのポイント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鉄板の選択肢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補助金で80%削減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Webアプリ化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必須機能のみに絞る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Claude Code料金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Pro: 月20ドル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Max: 月100〜200ドル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ポイント②：MVP開発を徹底する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ClaudeCodeで起業する2つの手法と7つのポイント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高速サイクル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週1ユーザー検証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翌週改善版リリース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AI開発の罠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足すほど壊れる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重複コード約20%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ポイント③：収益化戦略を開発前に決める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ClaudeCodeで起業する2つの手法と7つのポイント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4つの収益モデル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アプリ内課金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広告収入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サブスク/フリーミアム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推奨パターン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サブスク型が王道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Anything: 1億ドル評価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ポイント④：資金調達でキャッシュフロー確保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ClaudeCodeで起業する2つの手法と7つのポイント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4つの調達ルート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自己資金+クラファン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エンジェル投資家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VC・補助金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VC事例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YC 2025冬バッチ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AI生成95%でも採択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ポイント⑤：UI/UXデザインで手を抜かない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ClaudeCodeで起業する2つの手法と7つのポイント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3つの観点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直感操作性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一貫性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速度（1秒以内）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推奨フロー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Figmaで画面設計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メイン3枚を先に描く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ポイント⑥：マーケティング戦略を同時進行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ClaudeCodeで起業する2つの手法と7つのポイント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事前施策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事前登録LP公開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X/YouTube/TikTok発信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コミュニティ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Discord/LINE公式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note/Qiita/Zenn露出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ポイント⑦：専門の開発会社に依頼する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ClaudeCodeで起業する2つの手法と7つのポイント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選定基準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過去実績の信頼性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情報発信の質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提案力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サポート体制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4996"/>
            <a:ext cx="4754880" cy="838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問い合わせ対応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事業課題への提案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アプリ開発研究所ではノーコード×AI×補助金の活用で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平均80％以上の費用削減を実現し、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従来の1/3以下の期間での開発支援を承っています。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286" y="538516"/>
            <a:ext cx="5872728" cy="578096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38" y="1013972"/>
            <a:ext cx="10894225" cy="48300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67" y="757053"/>
            <a:ext cx="9212368" cy="534389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アプリ開発研究所では事業を成功に導くための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アプリ・システム開発支援を承っていますので、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お気軽に概要欄よりお問い合わせください。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16" y="1084161"/>
            <a:ext cx="10332967" cy="468967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たった10個の質問に答えるだけで、開発費用を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見積もれるシミュレーターも用意しているので、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ぜひ概要欄よりお見積もりしてみてください。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※個人情報の入力は必要ありません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65" y="1228882"/>
            <a:ext cx="10161870" cy="4400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